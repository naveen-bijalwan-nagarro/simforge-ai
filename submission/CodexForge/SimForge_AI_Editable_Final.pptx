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d3b37161e849cb" /><Relationship Type="http://schemas.openxmlformats.org/officeDocument/2006/relationships/extended-properties" Target="/docProps/app.xml" Id="Rc4f6bf96a6e1494e" /><Relationship Type="http://schemas.openxmlformats.org/officeDocument/2006/relationships/officeDocument" Target="/ppt/presentation.xml" Id="R68d132349ef448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6fd44a814d4d34"/>
  </p:sldMasterIdLst>
  <p:notesMasterIdLst>
    <p:notesMasterId xmlns:r="http://schemas.openxmlformats.org/officeDocument/2006/relationships" r:id="Rbfd949bcc98e4425"/>
  </p:notesMasterIdLst>
  <p:sldIdLst>
    <p:sldId xmlns:r="http://schemas.openxmlformats.org/officeDocument/2006/relationships" id="256" r:id="Rd48ef8e39f984518"/>
  </p:sldIdLst>
  <p:sldSz cx="15916275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b8ff9549f741c1" /><Relationship Type="http://schemas.openxmlformats.org/officeDocument/2006/relationships/slideMaster" Target="/ppt/slideMasters/slideMaster1.xml" Id="R336fd44a814d4d34" /><Relationship Type="http://schemas.openxmlformats.org/officeDocument/2006/relationships/notesMaster" Target="/ppt/notesMasters/notesMaster1.xml" Id="Rbfd949bcc98e4425" /><Relationship Type="http://schemas.openxmlformats.org/officeDocument/2006/relationships/presProps" Target="/ppt/presProps.xml" Id="R0b9d04872fed4c5f" /><Relationship Type="http://schemas.openxmlformats.org/officeDocument/2006/relationships/tableStyles" Target="/ppt/tableStyles.xml" Id="R38e85fe48ffa4b2d" /><Relationship Type="http://schemas.openxmlformats.org/officeDocument/2006/relationships/slide" Target="/ppt/slides/slide1.xml" Id="Rd48ef8e39f9845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052f3b099d48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2d3cf5d1d84956" /><Relationship Type="http://schemas.openxmlformats.org/officeDocument/2006/relationships/notesMaster" Target="/ppt/notesMasters/notesMaster1.xml" Id="Rb498e4618c4347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ca843cb6f4a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c6aa5aa69d4b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8f64c27874c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f5900545d49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dd05e7d1045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300cdba5e44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3A754E-0D4E-40E7-A2AC-31951C3E50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1628" y="3386032"/>
            <a:ext cx="12733020" cy="1294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6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41A2D0-2EB5-492F-A77E-0C317D9FA0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7441" y="4929664"/>
            <a:ext cx="11141393" cy="99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97FB13-96D3-494D-ADC4-08D7B75CA9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1628" y="3734594"/>
            <a:ext cx="1273302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07098A-DD3D-462C-9274-EE14117F7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290" y="697124"/>
            <a:ext cx="14125694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5B88DF4-7892-48CC-9BA6-11457C5D93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290" y="2489729"/>
            <a:ext cx="14125694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430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1pPr>
            <a:lvl2pPr marL="696337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2pPr>
            <a:lvl3pPr marL="1094244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3pPr>
            <a:lvl4pPr marL="1492151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4pPr>
            <a:lvl5pPr marL="1890058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5pPr>
            <a:lvl6pPr marL="2287965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6pPr>
            <a:lvl7pPr marL="2685871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7pPr>
            <a:lvl8pPr marL="3083778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8pPr>
            <a:lvl9pPr marL="3481685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942028-F608-4916-8BCF-6DC4C15662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290" y="697124"/>
            <a:ext cx="14125694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C865DC-7E2E-4068-ABC8-8A991D8B2E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290" y="2489729"/>
            <a:ext cx="6565463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430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1pPr>
            <a:lvl2pPr marL="696337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2pPr>
            <a:lvl3pPr marL="1094244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3pPr>
            <a:lvl4pPr marL="1492151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4pPr>
            <a:lvl5pPr marL="1890058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5pPr>
            <a:lvl6pPr marL="2287965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6pPr>
            <a:lvl7pPr marL="2685871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7pPr>
            <a:lvl8pPr marL="3083778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8pPr>
            <a:lvl9pPr marL="3481685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D05AD0-D5FE-4F4B-B72E-7E02376BD2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55521" y="2489729"/>
            <a:ext cx="6565463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430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1pPr>
            <a:lvl2pPr marL="696337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2pPr>
            <a:lvl3pPr marL="1094244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3pPr>
            <a:lvl4pPr marL="1492151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4pPr>
            <a:lvl5pPr marL="1890058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5pPr>
            <a:lvl6pPr marL="2287965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6pPr>
            <a:lvl7pPr marL="2685871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7pPr>
            <a:lvl8pPr marL="3083778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8pPr>
            <a:lvl9pPr marL="3481685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6663DC-5E57-4509-B76D-F97D1E4DE1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290" y="697124"/>
            <a:ext cx="14125694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51F09F-C1FE-4902-A898-56F77B4EE7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290" y="2489729"/>
            <a:ext cx="6565463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430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1pPr>
            <a:lvl2pPr marL="696337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2pPr>
            <a:lvl3pPr marL="1094244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3pPr>
            <a:lvl4pPr marL="1492151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4pPr>
            <a:lvl5pPr marL="1890058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5pPr>
            <a:lvl6pPr marL="2287965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6pPr>
            <a:lvl7pPr marL="2685871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7pPr>
            <a:lvl8pPr marL="3083778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8pPr>
            <a:lvl9pPr marL="3481685" indent="-298430">
              <a:lnSpc>
                <a:spcPct val="110000"/>
              </a:lnSpc>
              <a:spcBef>
                <a:spcPts val="0"/>
              </a:spcBef>
              <a:spcAft>
                <a:spcPts val="156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2aba87887f4d7e" /><Relationship Type="http://schemas.openxmlformats.org/officeDocument/2006/relationships/slideLayout" Target="/ppt/slideLayouts/slideLayout1.xml" Id="R2545da7608df4df5" /><Relationship Type="http://schemas.openxmlformats.org/officeDocument/2006/relationships/slideLayout" Target="/ppt/slideLayouts/slideLayout2.xml" Id="Rd536de60f35a4f45" /><Relationship Type="http://schemas.openxmlformats.org/officeDocument/2006/relationships/slideLayout" Target="/ppt/slideLayouts/slideLayout3.xml" Id="Radf16bdb7e43433f" /><Relationship Type="http://schemas.openxmlformats.org/officeDocument/2006/relationships/slideLayout" Target="/ppt/slideLayouts/slideLayout4.xml" Id="Rcdb5f35112aa4907" /><Relationship Type="http://schemas.openxmlformats.org/officeDocument/2006/relationships/slideLayout" Target="/ppt/slideLayouts/slideLayout5.xml" Id="Re7717f2943f149d8" /><Relationship Type="http://schemas.openxmlformats.org/officeDocument/2006/relationships/slideLayout" Target="/ppt/slideLayouts/slideLayout6.xml" Id="R04c657735a4346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45da7608df4df5"/>
    <p:sldLayoutId xmlns:r="http://schemas.openxmlformats.org/officeDocument/2006/relationships" id="2147483650" r:id="Rd536de60f35a4f45"/>
    <p:sldLayoutId xmlns:r="http://schemas.openxmlformats.org/officeDocument/2006/relationships" id="2147483651" r:id="Radf16bdb7e43433f"/>
    <p:sldLayoutId xmlns:r="http://schemas.openxmlformats.org/officeDocument/2006/relationships" id="2147483652" r:id="Rcdb5f35112aa4907"/>
    <p:sldLayoutId xmlns:r="http://schemas.openxmlformats.org/officeDocument/2006/relationships" id="2147483653" r:id="Re7717f2943f149d8"/>
    <p:sldLayoutId xmlns:r="http://schemas.openxmlformats.org/officeDocument/2006/relationships" id="2147483654" r:id="R04c657735a4346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2428399129443f" /><Relationship Type="http://schemas.openxmlformats.org/officeDocument/2006/relationships/notesSlide" Target="/ppt/notesSlides/notesSlide1.xml" Id="R79c5350e39e64f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E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442BCBD-B226-4795-BB01-0DB73922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33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BE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D8675-9336-49A7-963E-023F544E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SIMFORGE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00CDD-25A3-4FB0-9D95-3A165892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290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75" b="0">
                <a:solidFill>
                  <a:srgbClr val="B1C5F4"/>
                </a:solidFill>
              </a:defRPr>
            </a:defPPr>
          </a:lstStyle>
          <a:p xmlns:a="http://schemas.openxmlformats.org/drawingml/2006/main">
            <a:pPr algn="r">
              <a:defRPr sz="1575" b="0">
                <a:solidFill>
                  <a:srgbClr val="B1C5F4"/>
                </a:solidFill>
              </a:defRPr>
            </a:pPr>
            <a:r>
              <a:rPr sz="1575" b="0">
                <a:solidFill>
                  <a:srgbClr val="B1C5F4"/>
                </a:solidFill>
              </a:rPr>
              <a:t>CODEX HACKATHON SUBMISSION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A0CBE-B58F-4C80-BEE3-3DB0B464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390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75" b="0">
                <a:solidFill>
                  <a:srgbClr val="B1C5F4"/>
                </a:solidFill>
              </a:defRPr>
            </a:defPPr>
          </a:lstStyle>
          <a:p xmlns:a="http://schemas.openxmlformats.org/drawingml/2006/main">
            <a:pPr algn="r">
              <a:defRPr sz="1575" b="0">
                <a:solidFill>
                  <a:srgbClr val="B1C5F4"/>
                </a:solidFill>
              </a:defRPr>
            </a:pPr>
            <a:r>
              <a:rPr sz="1575" b="0">
                <a:solidFill>
                  <a:srgbClr val="B1C5F4"/>
                </a:solidFill>
              </a:rPr>
              <a:t>TEAM: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74C35-36A7-4D89-BB0F-6C3E2889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72390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75" b="1">
                <a:solidFill>
                  <a:srgbClr val="00DBE7"/>
                </a:solidFill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00DBE7"/>
                </a:solidFill>
              </a:defRPr>
            </a:pPr>
            <a:r>
              <a:rPr sz="1575" b="1">
                <a:solidFill>
                  <a:srgbClr val="00DBE7"/>
                </a:solidFill>
              </a:rPr>
              <a:t>CODEXFORGE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964DD-FAEF-49EC-87C5-E249FC50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028700"/>
            <a:ext cx="57435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Practice safely.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EB135-37E2-4E11-9002-7F95B2CE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28700"/>
            <a:ext cx="7000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850" b="1">
                <a:solidFill>
                  <a:srgbClr val="00DBE7"/>
                </a:solidFill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00DBE7"/>
                </a:solidFill>
              </a:defRPr>
            </a:pPr>
            <a:r>
              <a:rPr sz="5850" b="1">
                <a:solidFill>
                  <a:srgbClr val="00DBE7"/>
                </a:solidFill>
              </a:rPr>
              <a:t>Learn confidently.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6B342-232D-4CDA-8092-09DD2329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9775"/>
            <a:ext cx="1133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0">
                <a:solidFill>
                  <a:srgbClr val="B1C5F4"/>
                </a:solidFill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B1C5F4"/>
                </a:solidFill>
              </a:defRPr>
            </a:pPr>
            <a:r>
              <a:rPr sz="2325" b="0">
                <a:solidFill>
                  <a:srgbClr val="B1C5F4"/>
                </a:solidFill>
              </a:rPr>
              <a:t>SimForge AI uses Codex to turn an operational brief into a reviewed simulation —</a:t>
            </a:r>
          </a:p>
          <a:p xmlns:a="http://schemas.openxmlformats.org/drawingml/2006/main">
            <a:pPr algn="ctr">
              <a:defRPr sz="2325" b="0">
                <a:solidFill>
                  <a:srgbClr val="B1C5F4"/>
                </a:solidFill>
              </a:defRPr>
            </a:pPr>
            <a:r>
              <a:rPr sz="2325" b="0">
                <a:solidFill>
                  <a:srgbClr val="B1C5F4"/>
                </a:solidFill>
              </a:rPr>
              <a:t>so teams can practice real decisions with synthetic data, not production systems.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D53C6-CC45-478F-8BAD-DBE612D8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44577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52247"/>
          </a:solidFill>
          <a:ln xmlns:a="http://schemas.openxmlformats.org/drawingml/2006/main" w="14288">
            <a:solidFill>
              <a:srgbClr val="00AA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13932-FC9F-4326-9CAD-40B1D202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657225" cy="657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A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0178F-E4E4-4638-B77E-9F3A8449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657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0DDAA-F568-4FE6-8CAB-ED17EFB8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33900"/>
            <a:ext cx="3695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Create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4DE2E-65C3-4B64-8C88-64E3B5FC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067300"/>
            <a:ext cx="38385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B1C5F4"/>
                </a:solidFill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1C5F4"/>
                </a:solidFill>
              </a:defRPr>
            </a:pPr>
            <a:r>
              <a:rPr sz="2100" b="0">
                <a:solidFill>
                  <a:srgbClr val="B1C5F4"/>
                </a:solidFill>
              </a:rPr>
              <a:t>Admin + Codex build</a:t>
            </a:r>
          </a:p>
          <a:p xmlns:a="http://schemas.openxmlformats.org/drawingml/2006/main">
            <a:pPr algn="l">
              <a:defRPr sz="2100" b="0">
                <a:solidFill>
                  <a:srgbClr val="B1C5F4"/>
                </a:solidFill>
              </a:defRPr>
            </a:pPr>
            <a:r>
              <a:rPr sz="2100" b="0">
                <a:solidFill>
                  <a:srgbClr val="B1C5F4"/>
                </a:solidFill>
              </a:rPr>
              <a:t>a scenario from a brief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BDD54-B924-4D91-A09D-FF4F9DFB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962275"/>
            <a:ext cx="43434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9173E"/>
          </a:solidFill>
          <a:ln xmlns:a="http://schemas.openxmlformats.org/drawingml/2006/main" w="14288">
            <a:solidFill>
              <a:srgbClr val="855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9C489-1FDA-44FC-86E2-9A93294D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81350"/>
            <a:ext cx="657225" cy="657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54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9BD8D-F2A1-45D0-A61F-84532C7F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81350"/>
            <a:ext cx="657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1EFC0-7EF5-44E9-9E6E-1BF0A381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33900"/>
            <a:ext cx="358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927E0-E80B-46CD-91D5-98AAF4C1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67300"/>
            <a:ext cx="37242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B1C5F4"/>
                </a:solidFill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1C5F4"/>
                </a:solidFill>
              </a:defRPr>
            </a:pPr>
            <a:r>
              <a:rPr sz="2100" b="0">
                <a:solidFill>
                  <a:srgbClr val="B1C5F4"/>
                </a:solidFill>
              </a:rPr>
              <a:t>Learner investigates</a:t>
            </a:r>
          </a:p>
          <a:p xmlns:a="http://schemas.openxmlformats.org/drawingml/2006/main">
            <a:pPr algn="l">
              <a:defRPr sz="2100" b="0">
                <a:solidFill>
                  <a:srgbClr val="B1C5F4"/>
                </a:solidFill>
              </a:defRPr>
            </a:pPr>
            <a:r>
              <a:rPr sz="2100" b="0">
                <a:solidFill>
                  <a:srgbClr val="B1C5F4"/>
                </a:solidFill>
              </a:rPr>
              <a:t>evidence and makes decisions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68C08-D45E-4DD1-8277-E292DC43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962275"/>
            <a:ext cx="4467225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12A32"/>
          </a:solidFill>
          <a:ln xmlns:a="http://schemas.openxmlformats.org/drawingml/2006/main" w="14288">
            <a:solidFill>
              <a:srgbClr val="00D5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89951-F468-46EA-9937-F4D858D9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181350"/>
            <a:ext cx="657225" cy="657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5C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FD46AE-CC69-4FC4-8CDC-043E60BD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181350"/>
            <a:ext cx="657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1CF4BC-3042-44F6-9E1A-483395DA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533900"/>
            <a:ext cx="3705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C59726-33FF-4780-B3CD-AEF8C530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5067300"/>
            <a:ext cx="38481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B1C5F4"/>
                </a:solidFill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1C5F4"/>
                </a:solidFill>
              </a:defRPr>
            </a:pPr>
            <a:r>
              <a:rPr sz="2100" b="0">
                <a:solidFill>
                  <a:srgbClr val="B1C5F4"/>
                </a:solidFill>
              </a:rPr>
              <a:t>See objective learning</a:t>
            </a:r>
          </a:p>
          <a:p xmlns:a="http://schemas.openxmlformats.org/drawingml/2006/main">
            <a:pPr algn="l">
              <a:defRPr sz="2100" b="0">
                <a:solidFill>
                  <a:srgbClr val="B1C5F4"/>
                </a:solidFill>
              </a:defRPr>
            </a:pPr>
            <a:r>
              <a:rPr sz="2100" b="0">
                <a:solidFill>
                  <a:srgbClr val="B1C5F4"/>
                </a:solidFill>
              </a:rPr>
              <a:t>score and outcome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4155D-2918-44D4-8877-ECE30EFE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409950"/>
            <a:ext cx="819150" cy="96202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42146"/>
          </a:solidFill>
          <a:ln xmlns:a="http://schemas.openxmlformats.org/drawingml/2006/main" w="66675">
            <a:solidFill>
              <a:srgbClr val="D9F0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CDCF87-A0BE-4C4A-9519-E5122E15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65760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9DC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82B9C-C600-4CA0-803D-93039ECE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29050"/>
            <a:ext cx="400050" cy="9525"/>
          </a:xfrm>
          <a:custGeom xmlns:a="http://schemas.openxmlformats.org/drawingml/2006/main"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9D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5352F-7C9B-439A-9C91-1C5230F5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00050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9DC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1BB68-F48A-416B-96CC-B35D8EAE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171950"/>
            <a:ext cx="400050" cy="9525"/>
          </a:xfrm>
          <a:custGeom xmlns:a="http://schemas.openxmlformats.org/drawingml/2006/main"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9DC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86ECF5-8768-4295-B76D-6144269B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638550"/>
            <a:ext cx="552450" cy="59055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00DBE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68667-FC5D-4A3D-BAC4-5531BA0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114800"/>
            <a:ext cx="276225" cy="28575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00DBE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FB76DE-1AE5-45CB-B716-2B50B1B1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290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00DBE7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DBE7"/>
                </a:solidFill>
              </a:defRPr>
            </a:pPr>
            <a:r>
              <a:rPr sz="2100" b="1">
                <a:solidFill>
                  <a:srgbClr val="00DBE7"/>
                </a:solidFill>
              </a:rPr>
              <a:t>+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6C5CA5-1FEF-4CAB-959F-357FE020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50520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73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4E56DA-047F-42FE-BD31-16D1BCB4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952875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987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985C24-3F74-4DE5-910A-43B91912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9147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73E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D5F937-B41B-4B8B-9514-6487C5C1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48150"/>
            <a:ext cx="161925" cy="152400"/>
          </a:xfrm>
          <a:custGeom xmlns:a="http://schemas.openxmlformats.org/drawingml/2006/main">
            <a:pathLst>
              <a:path w="161925" h="152400">
                <a:moveTo>
                  <a:pt x="0" y="0"/>
                </a:moveTo>
                <a:lnTo>
                  <a:pt x="161925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55307B-43C9-4D3A-A140-7221EB40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43350"/>
            <a:ext cx="295275" cy="9525"/>
          </a:xfrm>
          <a:custGeom xmlns:a="http://schemas.openxmlformats.org/drawingml/2006/main"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8563F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C090C-40B7-4BC4-AAA5-7B03ABE9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29025"/>
            <a:ext cx="9525" cy="619125"/>
          </a:xfrm>
          <a:custGeom xmlns:a="http://schemas.openxmlformats.org/drawingml/2006/main">
            <a:pathLst>
              <a:path w="9525" h="619125">
                <a:moveTo>
                  <a:pt x="0" y="0"/>
                </a:moveTo>
                <a:lnTo>
                  <a:pt x="0" y="61912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8563F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049336-941F-41E6-A2E9-70087094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29025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8563F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4770B9-6997-4D53-9151-7C039671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4815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8563F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8BBD54-0FA3-4E5B-893A-0E65FD31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194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23B"/>
          </a:solidFill>
          <a:ln xmlns:a="http://schemas.openxmlformats.org/drawingml/2006/main" w="47625">
            <a:solidFill>
              <a:srgbClr val="00DB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D01480-6979-4060-BEC5-62FF7C33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52825"/>
            <a:ext cx="219075" cy="171450"/>
          </a:xfrm>
          <a:custGeom xmlns:a="http://schemas.openxmlformats.org/drawingml/2006/main">
            <a:pathLst>
              <a:path w="219075" h="171450">
                <a:moveTo>
                  <a:pt x="0" y="95250"/>
                </a:moveTo>
                <a:lnTo>
                  <a:pt x="76200" y="171450"/>
                </a:ln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DB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4E5CED-6416-4EFD-A58D-7FED5C8B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0481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23B"/>
          </a:solidFill>
          <a:ln xmlns:a="http://schemas.openxmlformats.org/drawingml/2006/main" w="47625">
            <a:solidFill>
              <a:srgbClr val="FF597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21D1AE-A94B-4A75-8121-A57F24A9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81475"/>
            <a:ext cx="161925" cy="161925"/>
          </a:xfrm>
          <a:custGeom xmlns:a="http://schemas.openxmlformats.org/drawingml/2006/main">
            <a:pathLst>
              <a:path w="161925" h="161925">
                <a:moveTo>
                  <a:pt x="0" y="0"/>
                </a:moveTo>
                <a:lnTo>
                  <a:pt x="161925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597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02C1D5-1D25-4B29-8973-146C681B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81475"/>
            <a:ext cx="161925" cy="161925"/>
          </a:xfrm>
          <a:custGeom xmlns:a="http://schemas.openxmlformats.org/drawingml/2006/main">
            <a:pathLst>
              <a:path w="161925" h="161925">
                <a:moveTo>
                  <a:pt x="161925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597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95887F-BE8F-4496-90F1-86D3DB23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4171950"/>
            <a:ext cx="171450" cy="2286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D2CD"/>
          </a:solidFill>
          <a:ln xmlns:a="http://schemas.openxmlformats.org/drawingml/2006/main" w="28575">
            <a:solidFill>
              <a:srgbClr val="80F8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A6D4A5-1CD6-4379-9A64-72BA4C24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924300"/>
            <a:ext cx="171450" cy="4762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D2CD"/>
          </a:solidFill>
          <a:ln xmlns:a="http://schemas.openxmlformats.org/drawingml/2006/main" w="28575">
            <a:solidFill>
              <a:srgbClr val="80F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B97B6D-F1AE-40BB-95B8-79D0E36B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3676650"/>
            <a:ext cx="171450" cy="723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D2CD"/>
          </a:solidFill>
          <a:ln xmlns:a="http://schemas.openxmlformats.org/drawingml/2006/main" w="28575">
            <a:solidFill>
              <a:srgbClr val="80F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28C574-DA30-4546-8416-140600D1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429000"/>
            <a:ext cx="171450" cy="9715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D2CD"/>
          </a:solidFill>
          <a:ln xmlns:a="http://schemas.openxmlformats.org/drawingml/2006/main" w="28575">
            <a:solidFill>
              <a:srgbClr val="80F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EAE08E-C029-40C5-8105-3F3D0986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3648075"/>
            <a:ext cx="1333500" cy="762000"/>
          </a:xfrm>
          <a:custGeom xmlns:a="http://schemas.openxmlformats.org/drawingml/2006/main">
            <a:pathLst>
              <a:path w="1333500" h="762000">
                <a:moveTo>
                  <a:pt x="47625" y="666750"/>
                </a:moveTo>
                <a:lnTo>
                  <a:pt x="50606" y="606065"/>
                </a:lnTo>
                <a:lnTo>
                  <a:pt x="59521" y="545965"/>
                </a:lnTo>
                <a:lnTo>
                  <a:pt x="74284" y="487027"/>
                </a:lnTo>
                <a:lnTo>
                  <a:pt x="94753" y="429821"/>
                </a:lnTo>
                <a:lnTo>
                  <a:pt x="120730" y="374896"/>
                </a:lnTo>
                <a:lnTo>
                  <a:pt x="151966" y="322783"/>
                </a:lnTo>
                <a:lnTo>
                  <a:pt x="188160" y="273981"/>
                </a:lnTo>
                <a:lnTo>
                  <a:pt x="228963" y="228963"/>
                </a:lnTo>
                <a:lnTo>
                  <a:pt x="273981" y="188160"/>
                </a:lnTo>
                <a:lnTo>
                  <a:pt x="322783" y="151966"/>
                </a:lnTo>
                <a:lnTo>
                  <a:pt x="374896" y="120730"/>
                </a:lnTo>
                <a:lnTo>
                  <a:pt x="429821" y="94753"/>
                </a:lnTo>
                <a:lnTo>
                  <a:pt x="487027" y="74284"/>
                </a:lnTo>
                <a:lnTo>
                  <a:pt x="545965" y="59521"/>
                </a:lnTo>
                <a:lnTo>
                  <a:pt x="606065" y="50606"/>
                </a:lnTo>
                <a:lnTo>
                  <a:pt x="666750" y="47625"/>
                </a:lnTo>
                <a:lnTo>
                  <a:pt x="727435" y="50606"/>
                </a:lnTo>
                <a:lnTo>
                  <a:pt x="787535" y="59521"/>
                </a:lnTo>
                <a:lnTo>
                  <a:pt x="846473" y="74284"/>
                </a:lnTo>
                <a:lnTo>
                  <a:pt x="903679" y="94753"/>
                </a:lnTo>
                <a:lnTo>
                  <a:pt x="958604" y="120730"/>
                </a:lnTo>
                <a:lnTo>
                  <a:pt x="1010717" y="151966"/>
                </a:lnTo>
                <a:lnTo>
                  <a:pt x="1059519" y="188160"/>
                </a:lnTo>
                <a:lnTo>
                  <a:pt x="1104537" y="228963"/>
                </a:lnTo>
                <a:lnTo>
                  <a:pt x="1145340" y="273981"/>
                </a:lnTo>
                <a:lnTo>
                  <a:pt x="1181534" y="322783"/>
                </a:lnTo>
                <a:lnTo>
                  <a:pt x="1212770" y="374896"/>
                </a:lnTo>
                <a:lnTo>
                  <a:pt x="1238747" y="429821"/>
                </a:lnTo>
                <a:lnTo>
                  <a:pt x="1259216" y="487027"/>
                </a:lnTo>
                <a:lnTo>
                  <a:pt x="1273979" y="545965"/>
                </a:lnTo>
                <a:lnTo>
                  <a:pt x="1282894" y="606065"/>
                </a:lnTo>
                <a:lnTo>
                  <a:pt x="1285875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171450">
            <a:solidFill>
              <a:srgbClr val="00DB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14E0C5-7660-4350-AEE9-81BD0508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971925"/>
            <a:ext cx="276225" cy="314325"/>
          </a:xfrm>
          <a:custGeom xmlns:a="http://schemas.openxmlformats.org/drawingml/2006/main">
            <a:pathLst>
              <a:path w="276225" h="314325">
                <a:moveTo>
                  <a:pt x="0" y="314325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14B487-C885-4151-9B11-59D1F1F7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42195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5D5C6B-3068-48FC-B6A6-4F7BB07A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43375"/>
            <a:ext cx="285750" cy="476250"/>
          </a:xfrm>
          <a:custGeom xmlns:a="http://schemas.openxmlformats.org/drawingml/2006/main">
            <a:pathLst>
              <a:path w="285750" h="476250">
                <a:moveTo>
                  <a:pt x="0" y="0"/>
                </a:moveTo>
                <a:lnTo>
                  <a:pt x="238125" y="238125"/>
                </a:ln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48AC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663697-B38E-424A-8E27-0A3264F7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143375"/>
            <a:ext cx="285750" cy="476250"/>
          </a:xfrm>
          <a:custGeom xmlns:a="http://schemas.openxmlformats.org/drawingml/2006/main">
            <a:pathLst>
              <a:path w="285750" h="476250">
                <a:moveTo>
                  <a:pt x="0" y="0"/>
                </a:moveTo>
                <a:lnTo>
                  <a:pt x="238125" y="238125"/>
                </a:ln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48AC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8962DC-4752-46C2-AD7E-F7739525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45065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31727"/>
          </a:solidFill>
          <a:ln xmlns:a="http://schemas.openxmlformats.org/drawingml/2006/main" w="9525">
            <a:solidFill>
              <a:srgbClr val="00698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605139-5431-411C-A96E-2A2A5CF8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52462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AAE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141580-9279-416B-9856-A764D07C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2462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AAE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A5511F-8BF8-47D3-9750-1B7D90CA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6591300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00B8E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2AE3D7-691F-47A6-B8B5-2122ACFC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6496050"/>
            <a:ext cx="4572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1727"/>
          </a:solidFill>
          <a:ln xmlns:a="http://schemas.openxmlformats.org/drawingml/2006/main" w="38100">
            <a:solidFill>
              <a:srgbClr val="00B8E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3CB9B2-304C-4E9F-8D08-53C66E35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6657975"/>
            <a:ext cx="457200" cy="190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B8E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273050-8AC3-4E67-B9F1-1F93F43F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734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E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1B8F1F-7A35-4EBB-9DF2-9038A8F6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8865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E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1F08D15-295D-42C0-B5CF-DC334877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562725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Synthetic data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DA2FF5-598B-4FB1-AC17-7B9286B3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496050"/>
            <a:ext cx="457200" cy="514350"/>
          </a:xfrm>
          <a:custGeom xmlns:a="http://schemas.openxmlformats.org/drawingml/2006/main">
            <a:pathLst>
              <a:path w="457200" h="514350">
                <a:moveTo>
                  <a:pt x="228600" y="0"/>
                </a:moveTo>
                <a:lnTo>
                  <a:pt x="447675" y="95250"/>
                </a:lnTo>
                <a:lnTo>
                  <a:pt x="438150" y="295275"/>
                </a:lnTo>
                <a:lnTo>
                  <a:pt x="342900" y="438150"/>
                </a:lnTo>
                <a:lnTo>
                  <a:pt x="228600" y="514350"/>
                </a:lnTo>
                <a:lnTo>
                  <a:pt x="114300" y="438150"/>
                </a:lnTo>
                <a:lnTo>
                  <a:pt x="19050" y="295275"/>
                </a:lnTo>
                <a:lnTo>
                  <a:pt x="9525" y="9525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8EFB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150271-C156-46F6-A10E-6F94A606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6667500"/>
            <a:ext cx="209550" cy="171450"/>
          </a:xfrm>
          <a:custGeom xmlns:a="http://schemas.openxmlformats.org/drawingml/2006/main">
            <a:pathLst>
              <a:path w="209550" h="171450">
                <a:moveTo>
                  <a:pt x="0" y="85725"/>
                </a:moveTo>
                <a:lnTo>
                  <a:pt x="76200" y="161925"/>
                </a:ln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38EFB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856C90-0231-467E-92B8-CFE8090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627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PII checks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DE191A-2A97-4CA5-965C-31048E37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447675" cy="447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527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409E324-E823-449C-8457-BE2BBEF1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610350"/>
            <a:ext cx="295275" cy="295275"/>
          </a:xfrm>
          <a:custGeom xmlns:a="http://schemas.openxmlformats.org/drawingml/2006/main">
            <a:pathLst>
              <a:path w="295275" h="295275">
                <a:moveTo>
                  <a:pt x="0" y="0"/>
                </a:moveTo>
                <a:lnTo>
                  <a:pt x="295275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527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E05905-A742-4373-B382-C508F492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562725"/>
            <a:ext cx="3371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No production access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FCB39CA-86DF-475B-9943-B6215822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439025"/>
            <a:ext cx="153447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61727"/>
          </a:solidFill>
          <a:ln xmlns:a="http://schemas.openxmlformats.org/drawingml/2006/main" w="9525">
            <a:solidFill>
              <a:srgbClr val="0A263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4FF6057-200B-4A77-82BC-5D151A12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438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BE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98C2F3-9304-4EF5-B71E-F61D86CC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896225"/>
            <a:ext cx="171450" cy="209550"/>
          </a:xfrm>
          <a:custGeom xmlns:a="http://schemas.openxmlformats.org/drawingml/2006/main">
            <a:pathLst>
              <a:path w="171450" h="209550">
                <a:moveTo>
                  <a:pt x="0" y="0"/>
                </a:moveTo>
                <a:lnTo>
                  <a:pt x="171450" y="104775"/>
                </a:lnTo>
                <a:lnTo>
                  <a:pt x="0" y="2095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DBE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C06F0A2-88D4-437B-A06A-EBA69457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7438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 THIS DEMO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D210A6-4BE5-4B0F-B0B4-715D2DED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639050"/>
            <a:ext cx="9525" cy="742950"/>
          </a:xfrm>
          <a:custGeom xmlns:a="http://schemas.openxmlformats.org/drawingml/2006/main">
            <a:pathLst>
              <a:path w="952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DB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AEF43E7-E2D8-4DBE-BFA1-2D6EF9D3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773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5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666A08B-E2F7-4422-B497-6CD43FDC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7734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E590840-F17B-4C1F-9FC1-1C22422F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743825"/>
            <a:ext cx="1190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Problem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&amp; impact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25BF0BE-D5C0-40CD-BD91-3A532D73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73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52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D90F63-2036-4E89-842E-5C4DF5B4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734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DBC181-08B7-408C-81A7-377C8CFE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743825"/>
            <a:ext cx="1190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Why it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matters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C612DD6-0015-464C-A676-3B41F378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773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8BE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9A17C4C-AD7E-411A-8D03-1820681C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7734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01FFB90-58D2-40FD-8F87-BD77E890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743825"/>
            <a:ext cx="1190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How it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works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A1C3D2-B89A-41D3-96A6-AE421A42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773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3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BA00698-944B-4C67-976A-502683DF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7734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3268BFE-C39E-4426-9DE2-92F14749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743825"/>
            <a:ext cx="1190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Codex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8D9A82D-D1AA-470D-95E1-F6BF2775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773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5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F4E9E51-D67F-4A38-ABC2-F4F39712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7734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7AF2CEB-DEC7-4F65-BED1-68241BAC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743825"/>
            <a:ext cx="1190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Safety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controls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3879FE9-F462-4C95-BC24-3F3A2BCE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773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8BE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232E25A-4073-4C6C-B637-7A2ABDE2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7734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949B0A4-D9FD-4C55-B32C-4873377A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7743825"/>
            <a:ext cx="1190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Reuse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&amp; scale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3C0B1D4-07D8-47C6-9676-E94C9206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82025"/>
            <a:ext cx="142875" cy="142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BE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D214ACB-3C60-4C50-B6C6-D0944502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85915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DBE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1592C7E-10A2-4814-A3F2-854DD145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743950"/>
            <a:ext cx="276225" cy="1428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0DBE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FBB507B-9755-4C80-9AF2-2740A01E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620125"/>
            <a:ext cx="9525" cy="257175"/>
          </a:xfrm>
          <a:custGeom xmlns:a="http://schemas.openxmlformats.org/drawingml/2006/main"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DBE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4F451A4-6DF1-4206-B028-2B781E4B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610600"/>
            <a:ext cx="809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B1C5F4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B1C5F4"/>
                </a:solidFill>
              </a:defRPr>
            </a:pPr>
            <a:r>
              <a:rPr sz="1575" b="0">
                <a:solidFill>
                  <a:srgbClr val="B1C5F4"/>
                </a:solidFill>
              </a:rPr>
              <a:t>Contributors: Naveen Bijalwan, Pooja Bijalwan</a:t>
            </a:r>
          </a:p>
        </p:txBody>
      </p:sp>
    </p:spTree>
    <p:extLst>
      <p:ext uri="{BB962C8B-B14F-4D97-AF65-F5344CB8AC3E}">
        <p14:creationId xmlns:p14="http://schemas.microsoft.com/office/powerpoint/2010/main" val="106118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2026-10-09T23:10:59.6930000Z</dcterms:created>
  <dcterms:modified xsi:type="dcterms:W3CDTF">2026-10-09T23:10:59.6930000Z</dcterms:modified>
</coreProperties>
</file>